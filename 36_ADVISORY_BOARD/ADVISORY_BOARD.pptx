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DJANGO_POINT_OF_SALE | Category: SUPERMARKETS</a:t>
            </a:r>
          </a:p>
          <a:p>
            <a:r>
              <a:rPr sz="1400"/>
              <a:t>Upstream: https://github.com/betofleitass/django_point_of_sale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DJANGO_POINT_OF_SALE.</a:t>
            </a:r>
          </a:p>
          <a:p>
            <a:r>
              <a:rPr sz="1400"/>
              <a:t>Grocery POS in Django with sales &amp; inventory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