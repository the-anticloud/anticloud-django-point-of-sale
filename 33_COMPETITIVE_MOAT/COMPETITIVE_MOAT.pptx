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https://github.com/betofleitass/django_point_of_sale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